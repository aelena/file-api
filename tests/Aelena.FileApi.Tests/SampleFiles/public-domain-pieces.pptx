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78C72-307E-4D58-82FD-9B1E449AB98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B98C-E279-4CDC-A90C-A8CBB1ACD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2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slide. Everything in this deck is out of copyright.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AB98C-E279-4CDC-A90C-A8CBB1ACD5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moral lands harder if you pause before the last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AB98C-E279-4CDC-A90C-A8CBB1ACD5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7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F013-9C25-8C52-985B-526D4442C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176A6-6BEA-EEE5-EE30-134CEEE9D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C7B9-921B-72DC-4996-52C82510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3080C-09C0-B065-0171-80720511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8E50-E441-EDBE-F6A8-262ECFC0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7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092A-7773-BB48-3A66-130BB0DC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3078-E2A5-593B-077C-4295687C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7F83B-7D6B-C69B-B059-3C1C3C7B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DB359-FFC7-DFF6-595F-B61D9359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F8E36-24FB-8A77-109C-096762B6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6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1C7F-2679-246F-7DF1-A1A3B900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A6CBA-2536-D1BD-1E61-4B97FD3E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5B0A9-A6AF-45EF-EDD3-1818708F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82C9C-EA7A-E321-D534-2283FD9A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5397-6653-41FA-7AD9-D7840324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8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34C4-ABA8-104F-1140-EB3F877D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846CF-F6D4-5DC2-0065-D6D803FB7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323C5-BB54-98BB-ABBC-AAC025312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CF8A-A31F-7A59-3C47-7BD8519F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81CD6-C2A8-565F-C83B-B09183E0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4216F-9088-5F41-7CE1-C5F326ED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6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656F-ADBB-15C3-F11B-3C84AE57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3255E-964C-6637-3A16-786F9F166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2EA5D-509D-707A-109E-1B1817953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96B6A-21F4-70E9-1C0D-5F8447566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D52AB-41A9-F127-DE55-B83CAD225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5F9B4-5E8A-2EFF-6C10-FB27182F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BC2B8-F686-AD18-6A53-CD6BA28F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0012C-C1B7-4A98-B713-E6745220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7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B5AD-0A12-5987-6F66-F0668C65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7EFD4-CC89-3E29-4A20-73BC60B0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9C362-4B9C-F4FB-B95E-86549C11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E5B6A-38F4-4900-A0EF-2E837D58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7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A422C-FEA4-57CC-5F9B-87F15C9F1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A22F3-9B10-26AD-4E8F-CFB3580E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3D935-0027-23C4-8C6C-E7E684EF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4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A41B-B793-50FC-2129-297450F2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1726-DA5E-8826-9119-9989E2F3D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5CFFE-DE13-1DA4-C596-15A52E99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5BAB1-763A-AF39-1CFA-701ED524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21C7E-DB5C-454B-545F-1BCDDD01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C08AE-673E-AF72-CF09-198BD919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4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1CF7-6F6A-E195-E7A7-AF170B74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A60BC-48B1-7A88-FA93-8569084C4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B1AD6-4A33-89C1-2023-13965A08C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07590-B645-4D98-1D56-30A4E3D2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7951C-062F-7F8C-036E-8B68C6FA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FD370-BD05-6E79-06D7-3499BE80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9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2CEA-724B-24D9-1308-251EAAC5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3FA0B-355E-D005-E400-31B682AC5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9325-3A68-B6CF-7DFC-BFDB5C32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2B6B-5E62-35A2-330A-1597932F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56695-5327-BD59-5F1D-460BABAB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8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BA5F8-1A55-BB97-1001-FB4FB4300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EDF6B-BE43-8E6E-D75F-2424F1563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BA63-DEC6-2916-267D-7C268894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EFA44-05CD-4D1E-2829-78C9BAD3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C6FC8-130A-4C4B-A723-9BC4EF49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8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0DB0-B520-BFEE-6C2C-1A87DBE5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2465-1BA9-AB58-4CC0-15ED29552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36F6B-5B89-1577-B21C-40545D6F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0A431-AD14-4891-6C06-B3541DA8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A0860-1B31-766F-6AC9-5EEB8057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9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8F218-7D04-9753-22AA-2FB1B3BB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E21A2-D0D9-9911-3A64-5AB816C66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43DC5-E9AE-4CBA-12A2-9DC87FFA9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DA8CF-42D7-4D5B-951F-D1F7B6CDC2C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2497F-803C-81F6-F2C3-9BA6F3E42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8ED7A-988F-F002-8A2B-2A04BFABA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01A00-6479-4ACF-9039-3585391FA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CAD2-3173-3002-F7CD-A1D26556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Public Domain Pieces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40084-1C5B-C0F2-156D-F0C7575A9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Shakespeare, Sonnet XVIII (1609)</a:t>
            </a:r>
          </a:p>
          <a:p>
            <a:r>
              <a:rPr lang="en-US"/>
              <a:t>Aesop, two fables (Townsend translation, 1887)</a:t>
            </a:r>
          </a:p>
        </p:txBody>
      </p:sp>
    </p:spTree>
    <p:extLst>
      <p:ext uri="{BB962C8B-B14F-4D97-AF65-F5344CB8AC3E}">
        <p14:creationId xmlns:p14="http://schemas.microsoft.com/office/powerpoint/2010/main" val="4165747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F059-89D0-CBF7-236F-B5BC59C8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Fox and the Grapes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3BCE6-E59F-E728-CE5E-3251B1A81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famished fox saw clusters of ripe grapes</a:t>
            </a:r>
          </a:p>
          <a:p>
            <a:r>
              <a:rPr lang="en-US"/>
              <a:t>She could not reach them</a:t>
            </a:r>
          </a:p>
          <a:p>
            <a:r>
              <a:rPr lang="en-US"/>
              <a:t>'The grapes are sour'</a:t>
            </a:r>
          </a:p>
        </p:txBody>
      </p:sp>
    </p:spTree>
    <p:extLst>
      <p:ext uri="{BB962C8B-B14F-4D97-AF65-F5344CB8AC3E}">
        <p14:creationId xmlns:p14="http://schemas.microsoft.com/office/powerpoint/2010/main" val="209452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7FC0-E901-E245-8107-07959591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Crow and the Pitcher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FB61D-C944-F5A5-2E3F-3A7CC692A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Water too low to reach</a:t>
            </a:r>
          </a:p>
          <a:p>
            <a:r>
              <a:rPr lang="en-US"/>
              <a:t>Dropped in stones one by one</a:t>
            </a:r>
          </a:p>
          <a:p>
            <a:r>
              <a:rPr lang="en-US"/>
              <a:t>Necessity is the mother of invention</a:t>
            </a:r>
          </a:p>
        </p:txBody>
      </p:sp>
    </p:spTree>
    <p:extLst>
      <p:ext uri="{BB962C8B-B14F-4D97-AF65-F5344CB8AC3E}">
        <p14:creationId xmlns:p14="http://schemas.microsoft.com/office/powerpoint/2010/main" val="253228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BFD5-E080-3D3A-39BF-C65239DA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Cut for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61A2-1F67-26BF-9B8C-87A872BDE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is hidden in the deck.</a:t>
            </a:r>
          </a:p>
        </p:txBody>
      </p:sp>
    </p:spTree>
    <p:extLst>
      <p:ext uri="{BB962C8B-B14F-4D97-AF65-F5344CB8AC3E}">
        <p14:creationId xmlns:p14="http://schemas.microsoft.com/office/powerpoint/2010/main" val="45304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17</Paragraphs>
  <Slides>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Three Public Domain Pieces</vt:lpstr>
      <vt:lpstr>The Fox and the Grapes</vt:lpstr>
      <vt:lpstr>The Crow and the Pitcher</vt:lpstr>
      <vt:lpstr>Cut for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Elena</dc:creator>
  <cp:lastModifiedBy>Antonio Elena</cp:lastModifiedBy>
  <cp:revision>1</cp:revision>
  <dcterms:created xsi:type="dcterms:W3CDTF">2026-09-18T07:17:22Z</dcterms:created>
  <dcterms:modified xsi:type="dcterms:W3CDTF">2026-09-18T07:17:22Z</dcterms:modified>
</cp:coreProperties>
</file>